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1362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 • PAPER 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 MARL / SHARED REPRESENTATION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 algn="l">
              <a:lnSpc>
                <a:spcPct val="90000"/>
              </a:lnSpc>
              <a:buNone/>
            </a:pPr>
            <a:r>
              <a:rPr sz="1900" b="1">
                <a:solidFill>
                  <a:srgbClr val="1C1C1C"/>
                </a:solidFill>
                <a:latin typeface="Arial"/>
              </a:rPr>
              <a:t>A Semi-Independent Policies Training Method
with Shared Representation for Heterogeneous
Multi-Agents Reinforcement Learning</a:t>
            </a:r>
            <a:endParaRPr lang="en-US" sz="84" dirty="0"/>
          </a:p>
        </p:txBody>
      </p:sp>
      <p:sp>
        <p:nvSpPr>
          <p:cNvPr id="6" name="Text 4"/>
          <p:cNvSpPr/>
          <p:nvPr/>
        </p:nvSpPr>
        <p:spPr>
          <a:xfrm>
            <a:off x="621792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algn="l" indent="0" marL="0">
              <a:buNone/>
            </a:pPr>
            <a:r>
              <a:rPr sz="1350">
                <a:solidFill>
                  <a:srgbClr val="505050"/>
                </a:solidFill>
                <a:latin typeface="Arial"/>
              </a:rPr>
              <a:t>Paper presentation • Agentic AI Assignment Alpha</a:t>
            </a:r>
            <a:endParaRPr lang="en-US" sz="1720" dirty="0"/>
          </a:p>
        </p:txBody>
      </p:sp>
      <p:sp>
        <p:nvSpPr>
          <p:cNvPr id="7" name="Shape 5"/>
          <p:cNvSpPr/>
          <p:nvPr/>
        </p:nvSpPr>
        <p:spPr>
          <a:xfrm>
            <a:off x="612648" y="3822191"/>
            <a:ext cx="1920240" cy="0"/>
          </a:xfrm>
          <a:prstGeom prst="line">
            <a:avLst/>
          </a:prstGeom>
          <a:noFill/>
          <a:ln w="8890">
            <a:solidFill>
              <a:srgbClr val="0B0B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4224528"/>
            <a:ext cx="54406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problem: full parameter sharing can homogenize different agents, while fully separate policies waste transferable knowledge.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7132320" y="585216"/>
            <a:ext cx="4160520" cy="5449824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78638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60920" y="50749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Same-type agents share more; different-type agents share only what should transfer.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43800" y="182880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forcing sameness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909560" y="3822192"/>
            <a:ext cx="26517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662672" y="40416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cooperation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620">
                <a:solidFill>
                  <a:srgbClr val="4B4B4B"/>
                </a:solidFill>
                <a:latin typeface="Arial"/>
              </a:rPr>
              <a:t>Source: A semi-independent policies training method with shared representation for heterogeneous MARL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9052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Dec‑POMDP view</a:t>
            </a:r>
            <a:endParaRPr lang="en-US" sz="72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5760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 agents operate with partial observations and different roles but optimize a shared multi-agent objective.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= (N, S, A, P, R, Ω, O, n, γ)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0120" y="3328416"/>
            <a:ext cx="5394960" cy="0"/>
          </a:xfrm>
          <a:prstGeom prst="line">
            <a:avLst/>
          </a:prstGeom>
          <a:noFill/>
          <a:ln w="8890">
            <a:solidFill>
              <a:srgbClr val="0B0B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7490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587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N: agents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38587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S: global state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03320" y="37490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38587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joint 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37490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8587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P: transition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407408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1713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R: reward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4407408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451713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observations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03320" y="4407408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451713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O: observation function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4407408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BFAF5"/>
          </a:solidFill>
          <a:ln w="7620">
            <a:solidFill>
              <a:srgbClr val="D8D5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451713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γ: discount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914400"/>
            <a:ext cx="3703320" cy="452628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11155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635240" y="44805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agent sees a local slice of the world, so shared representations must be useful but not over-restrictive.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1812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818120" y="3456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roles, one team objective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Zhao et al., Frontiers in Neuroscience, 2023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8138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STSR architecture</a:t>
            </a:r>
            <a:endParaRPr lang="en-US" sz="72" dirty="0"/>
          </a:p>
        </p:txBody>
      </p:sp>
      <p:sp>
        <p:nvSpPr>
          <p:cNvPr id="5" name="Text 3"/>
          <p:cNvSpPr/>
          <p:nvPr/>
        </p:nvSpPr>
        <p:spPr>
          <a:xfrm>
            <a:off x="621792" y="1810512"/>
            <a:ext cx="5760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STSR learns a common representation, then uses different degrees of sharing depending on agent type.</a:t>
            </a:r>
            <a:endParaRPr lang="en-US" sz="152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2834640" cy="15544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77063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Common representation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108960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supervised model predicts next observation and reward to learn useful latent features.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886200" y="2606040"/>
            <a:ext cx="2834640" cy="15544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87368" y="277063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Same-type full sharing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87368" y="3108960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of the same type share the full policy because their roles and dynamics are similar.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086600" y="2606040"/>
            <a:ext cx="2834640" cy="1554480"/>
          </a:xfrm>
          <a:prstGeom prst="rect">
            <a:avLst/>
          </a:prstGeom>
          <a:solidFill>
            <a:srgbClr val="0B0B0B"/>
          </a:solidFill>
          <a:ln w="8890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87768" y="277063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Cross-type hard sharing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87768" y="3108960"/>
            <a:ext cx="24323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types share only lower/common layers, preserving specialized policy heads.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9509760" cy="0"/>
          </a:xfrm>
          <a:prstGeom prst="line">
            <a:avLst/>
          </a:prstGeom>
          <a:noFill/>
          <a:ln w="8890">
            <a:solidFill>
              <a:srgbClr val="0B0B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102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 + action + type code z  →  next observation + reward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Zhao et al., Frontiers in Neuroscience, 2023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9052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design: learn and explore</a:t>
            </a:r>
            <a:endParaRPr lang="en-US" sz="72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65836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adds two intrinsic rewards to the environment reward so agents explore and maintain type-specific representations.</a:t>
            </a:r>
            <a:endParaRPr lang="en-US" sz="153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2834640" cy="13258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90779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reward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324612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success from the MARL environment.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886200" y="2743200"/>
            <a:ext cx="2834640" cy="13258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87368" y="290779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Exploration reward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87368" y="324612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for novel or low-density regions of representation space.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95160" y="2743200"/>
            <a:ext cx="2834640" cy="1325880"/>
          </a:xfrm>
          <a:prstGeom prst="rect">
            <a:avLst/>
          </a:prstGeom>
          <a:solidFill>
            <a:srgbClr val="0B0B0B"/>
          </a:solidFill>
          <a:ln w="8890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6328" y="290779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Diversity reward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96328" y="3246120"/>
            <a:ext cx="2432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Encourages same-type similarity and different-type separation.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84632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R_total = R_env + R_exploration + R_diversity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5532120"/>
            <a:ext cx="8961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Intuition: explore early, learn transferable structure, but avoid making heterogeneous agents behave identically.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Zhao et al., Frontiers in Neuroscience, 2023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3891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F7F3EA">
              <a:alpha val="0"/>
            </a:srgbClr>
          </a:solidFill>
          <a:ln w="8255">
            <a:solidFill>
              <a:srgbClr val="0B0B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89204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paper concludes</a:t>
            </a:r>
            <a:endParaRPr lang="en-US" sz="72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576072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is evaluated on SMAC scenarios and is most useful where agents have genuinely different roles.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3017520" cy="2606040"/>
          </a:xfrm>
          <a:prstGeom prst="rect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0632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33272" y="3611880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structure + role specialization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2606040"/>
            <a:ext cx="2971800" cy="13258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770632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98848" y="3108960"/>
            <a:ext cx="2569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STSR is stronger on heterogeneous StarCraft maps such as 3s5z_vs_3s6z and MMM2.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35240" y="2606040"/>
            <a:ext cx="2971800" cy="132588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6408" y="2770632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 insight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36408" y="3108960"/>
            <a:ext cx="2569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Removing components weakens performance, showing that representation learning and intrinsic rewards matter.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577840" y="4434840"/>
            <a:ext cx="3931920" cy="960120"/>
          </a:xfrm>
          <a:prstGeom prst="rect">
            <a:avLst/>
          </a:prstGeom>
          <a:solidFill>
            <a:srgbClr val="FBFAF5"/>
          </a:solidFill>
          <a:ln w="8890">
            <a:solidFill>
              <a:srgbClr val="D8D5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459943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79008" y="4937760"/>
            <a:ext cx="3529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Heterogeneous MARL needs shared abstractions, but the policy should remain semi-independent across agent types.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63733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0B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78992" y="6455664"/>
            <a:ext cx="2011680" cy="0"/>
          </a:xfrm>
          <a:prstGeom prst="line">
            <a:avLst/>
          </a:prstGeom>
          <a:noFill/>
          <a:ln w="5715">
            <a:solidFill>
              <a:srgbClr val="0B0B0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63276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Zhao et al., Frontiers in Neuroscience, 2023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FAST-NUCES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STSR — Q6 Presentation</dc:title>
  <dc:subject>STSR — Q6 Presentation</dc:subject>
  <dc:creator>OpenAI</dc:creator>
  <cp:lastModifiedBy>OpenAI</cp:lastModifiedBy>
  <cp:revision>1</cp:revision>
  <dcterms:created xsi:type="dcterms:W3CDTF">2026-10-05T01:39:56Z</dcterms:created>
  <dcterms:modified xsi:type="dcterms:W3CDTF">2026-10-05T01:39:56Z</dcterms:modified>
</cp:coreProperties>
</file>